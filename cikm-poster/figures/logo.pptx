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61"/>
  </p:normalViewPr>
  <p:slideViewPr>
    <p:cSldViewPr snapToGrid="0" snapToObjects="1">
      <p:cViewPr varScale="1">
        <p:scale>
          <a:sx n="102" d="100"/>
          <a:sy n="102" d="100"/>
        </p:scale>
        <p:origin x="192" y="3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675BF4-5704-E741-9734-4A192896743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1FC0B8D-F7E1-BD4D-BC8E-1E65AE6C16E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2A22D6-6073-1646-A837-A9F9DC6751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0F3C20-AC45-CE44-8D8C-6F8596F393F7}" type="datetimeFigureOut">
              <a:rPr lang="en-US" smtClean="0"/>
              <a:t>7/18/21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488428-41AA-0F4F-9C2F-915FD0AEA7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9126ED-3C90-F648-97F1-7EA5856B35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24F190-D219-5341-832A-CA2536E125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278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4B815D-E067-0543-BB67-FFB36FBA7C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662F7A-67D6-CA4F-B912-8A8A3252F4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C35C30-2BBD-154C-A009-DBB69FDCA5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0F3C20-AC45-CE44-8D8C-6F8596F393F7}" type="datetimeFigureOut">
              <a:rPr lang="en-US" smtClean="0"/>
              <a:t>7/18/21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7440D3-B0EE-BB41-B65E-3D6FF8B548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CBD7FE-1247-0643-8DEE-C874951A2B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24F190-D219-5341-832A-CA2536E125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6051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21E6E2-6E87-4A41-A752-1F1AB3C832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EFF54E-A2A9-D64F-B179-13DD20C447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175B72-B119-3D45-AD0D-F0C8EB78B4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0F3C20-AC45-CE44-8D8C-6F8596F393F7}" type="datetimeFigureOut">
              <a:rPr lang="en-US" smtClean="0"/>
              <a:t>7/18/21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2D92A7-AABB-794E-B041-A15361F0E0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3DA869-E36C-FE4F-80BC-A6502D9070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24F190-D219-5341-832A-CA2536E125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55880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70F983-D8F2-6349-A447-A14FC5EEC2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16ECA2-BFDA-CB4E-A277-7286FA9C994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29DA795-7CE2-2042-8EDF-5DE3EB41DA8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312ACC7-4562-D24C-881E-21A92A6141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0F3C20-AC45-CE44-8D8C-6F8596F393F7}" type="datetimeFigureOut">
              <a:rPr lang="en-US" smtClean="0"/>
              <a:t>7/18/21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55EA671-388A-FC42-AD80-39A6F6593E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0457704-D32D-8B4F-9E21-77DEE216CF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24F190-D219-5341-832A-CA2536E125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99670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79E4B6-B5D6-7040-B690-482D6D79CB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DA47AC-1868-D749-B582-4D84A25E5F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CA076AD-08FB-0A4A-B2AA-AC9717DD341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A15A90B-8A3D-DA4A-9D34-50D1E446D1D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BD62628-1097-1341-A8C6-103AC5D1AB4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3C4DBC2-0FF3-5C41-A426-2341057AF1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0F3C20-AC45-CE44-8D8C-6F8596F393F7}" type="datetimeFigureOut">
              <a:rPr lang="en-US" smtClean="0"/>
              <a:t>7/18/21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5D7C291-608C-B747-9E1E-F0CE5977A4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914B572-32A0-4C44-90D0-12495B33F7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24F190-D219-5341-832A-CA2536E125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57717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EA0A0F-E3E0-684E-87DD-CEC59471B0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6665C13-DD4E-524A-A14B-620B1D9F2E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0F3C20-AC45-CE44-8D8C-6F8596F393F7}" type="datetimeFigureOut">
              <a:rPr lang="en-US" smtClean="0"/>
              <a:t>7/18/21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CC754D9-D713-4549-A5BA-656878B4D3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93226C5-502A-7F48-AA3F-E8EE98A30D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24F190-D219-5341-832A-CA2536E125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82774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A06A331-2302-FD44-A703-C16DF8E880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0F3C20-AC45-CE44-8D8C-6F8596F393F7}" type="datetimeFigureOut">
              <a:rPr lang="en-US" smtClean="0"/>
              <a:t>7/18/21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F442781-F05C-2448-AE76-41E5B9F208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CC3B35-DB16-6744-8280-475FC4818C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24F190-D219-5341-832A-CA2536E125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19086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B71059-BD7A-B249-AF04-0E08053C80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386D0E-BDD2-E149-A64B-D0830075D8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D4C0EC4-74ED-8645-9C5B-A08D3D120E4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E14268A-6C36-154F-9C75-9E1820F303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0F3C20-AC45-CE44-8D8C-6F8596F393F7}" type="datetimeFigureOut">
              <a:rPr lang="en-US" smtClean="0"/>
              <a:t>7/18/21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77AEC6A-C298-6742-858D-724CDCA670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88043F2-380E-C04D-A5FB-0464DD4565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24F190-D219-5341-832A-CA2536E125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4042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1AD041-F0B1-E549-9011-15752CA6AF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25F7FFC-211A-DD42-A874-ADE4E99261C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0787049-394F-D54A-BC25-29BCAF2D41D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A5B51A2-2C90-2641-B56B-317CEF0451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0F3C20-AC45-CE44-8D8C-6F8596F393F7}" type="datetimeFigureOut">
              <a:rPr lang="en-US" smtClean="0"/>
              <a:t>7/18/21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A96D288-8907-3745-BC4A-CC1A898FF0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E6F1CAF-2F1E-8546-91D0-7FCC4AF0D6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24F190-D219-5341-832A-CA2536E125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80163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20693C-D03F-A148-9C69-F1079C5B36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75E5D80-03B3-BF42-AD5F-8AC70F9CD1B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138EAE-4A49-A840-A7C5-AE05C2CFCA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0F3C20-AC45-CE44-8D8C-6F8596F393F7}" type="datetimeFigureOut">
              <a:rPr lang="en-US" smtClean="0"/>
              <a:t>7/18/21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84F493-9C30-A94D-AB26-70CCF9FF88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E9731B-6D1C-D84C-9C6E-38A1AECF7C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24F190-D219-5341-832A-CA2536E125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41427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15D5345-5A15-A14B-A20C-AFB9B6A26E0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97D8AA6-2BB3-C644-B064-4F2CBB5D88A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B76C09-BF99-794B-A9D6-F04446A1C2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0F3C20-AC45-CE44-8D8C-6F8596F393F7}" type="datetimeFigureOut">
              <a:rPr lang="en-US" smtClean="0"/>
              <a:t>7/18/21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F9044D-ECF1-5D4B-9997-C9B75D4179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B98887-9947-6546-BD4D-E64E78AEA2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24F190-D219-5341-832A-CA2536E125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65980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141D8EB-B1A6-E142-B20B-4BE1A01FE3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5093027-B433-514C-A8DD-4674BA3FE7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6E46BF-E3DE-F64F-89F2-3CD839E6F60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00F3C20-AC45-CE44-8D8C-6F8596F393F7}" type="datetimeFigureOut">
              <a:rPr lang="en-US" smtClean="0"/>
              <a:t>7/18/21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362256-55F1-7D4F-8F8C-013A40A1CD6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5E17E5-62A2-7440-8F0E-4906E5EC50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124F190-D219-5341-832A-CA2536E125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38482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57A1471B-D37E-4A47-8A7E-2A49AAF4008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95010" y="1631270"/>
            <a:ext cx="720000" cy="720000"/>
          </a:xfrm>
          <a:prstGeom prst="rect">
            <a:avLst/>
          </a:prstGeom>
          <a:effectLst>
            <a:outerShdw blurRad="25400" dist="25400" dir="2700000" algn="tl" rotWithShape="0">
              <a:prstClr val="black">
                <a:alpha val="20000"/>
              </a:prstClr>
            </a:outerShdw>
          </a:effec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D87F1AF-7A6C-CF4C-8492-81C4E98738E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137309" y="1631270"/>
            <a:ext cx="1497272" cy="720000"/>
          </a:xfrm>
          <a:prstGeom prst="rect">
            <a:avLst/>
          </a:prstGeom>
          <a:effectLst>
            <a:outerShdw blurRad="25400" dist="12700" dir="2700000" algn="tl" rotWithShape="0">
              <a:prstClr val="black">
                <a:alpha val="20000"/>
              </a:prstClr>
            </a:outerShdw>
          </a:effec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3F0AE10-F89C-6648-BF90-F0918A2C651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56880" y="1631270"/>
            <a:ext cx="610909" cy="720000"/>
          </a:xfrm>
          <a:prstGeom prst="rect">
            <a:avLst/>
          </a:prstGeom>
          <a:effectLst>
            <a:outerShdw blurRad="25400" dist="12700" dir="2700000" algn="tl" rotWithShape="0">
              <a:prstClr val="black">
                <a:alpha val="2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27882115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0</Words>
  <Application>Microsoft Macintosh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Yanqiao ZHU</dc:creator>
  <cp:lastModifiedBy>Yanqiao ZHU</cp:lastModifiedBy>
  <cp:revision>1</cp:revision>
  <dcterms:created xsi:type="dcterms:W3CDTF">2021-07-18T11:15:05Z</dcterms:created>
  <dcterms:modified xsi:type="dcterms:W3CDTF">2021-07-18T11:26:02Z</dcterms:modified>
</cp:coreProperties>
</file>